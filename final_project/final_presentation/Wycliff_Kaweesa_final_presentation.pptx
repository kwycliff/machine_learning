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F909-A3D7-0CD4-4F69-230B284EA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3E634-E2C5-2BB4-2C67-3C48A9A23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A4068-2D18-E439-18BD-A5654946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31D8-8D3F-7350-90EC-03FFF050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CDAA-A146-E939-690E-C02CED09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85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28C23-F8D8-A858-F762-787F9E5E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B9CDA-3D76-20D8-212C-A4F3FA2E9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4BFB7-724D-D002-AFA4-2987AC21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F649-1068-553C-8267-20B82E89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357F3-1045-2071-4EA6-12C4210B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67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0D86-E4E9-F6C9-68EB-CA3F7F6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468B8-5508-BB6B-9CD4-A44AE577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E0717-6BFF-6424-F8C9-71B37B9F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D8088-7F58-1758-76B9-D72044C0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E6D4D-1AE6-5E90-A4B9-74EF3196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668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A2E6-4E56-2A87-357D-3C1689815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C6756-12DA-8910-6A66-A69ED147A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6F3F0-111D-9A8C-9884-86B769FCF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5BE6D-8B87-5C1C-F0F1-CCED5505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7BCE5-C8E4-E4C4-22A7-0575611F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FF230-8BDC-E486-44FD-24AFC1D0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179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A5428-4907-AB82-B947-FD4E616C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89644-CF5F-537B-046B-148F1A683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02EA0-B6B2-6FBA-1568-B09605B9F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7B4D2-51A1-DE00-0E27-3B67932B9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3E3C6-8B3B-4AA1-66C7-7E5C67035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E7DC3-5488-69F4-8364-66DC56172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879DD-5CD2-E07D-D6DA-B4DE3967B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76F252-3E78-B7DA-103F-F73ADFB4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59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4EEA-7609-C979-C59C-A034D4FD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CFD5E-8F9F-B6F5-590C-21F2628D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06D34-8A0E-E082-2F46-235656685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6DC23-C2FE-0CB6-D86D-E2126EB9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77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DCB71D-CCE3-DC06-06A4-C8E3B914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5F77E-09A5-FDF3-4F93-2F582D27D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24362-01EE-8041-0846-70DFCC01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4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E837-1E11-B8DE-3760-137E8BA4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41B83-B840-8B70-DD9A-638F46D89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841B8-A011-AD5E-CDF9-DF6380417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DCAB4-8A73-0CCB-D6CE-DC0F914C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24A92-2014-03B1-A272-A12AE12C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4B4E4-26CC-EF2B-F16C-BF18E8FB5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900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2394-A460-9884-5756-943D69CAE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A6264E-BD1F-417A-6084-A6A1C09ACC9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29EEB-7BFF-7F82-4BED-00177F668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5F4B9-CA5C-E4EE-F525-77F72C14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72763-0FF1-C9DF-2F83-42D5CB6F3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EB9DA-2B6D-2DB6-B6F5-432CFA8B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865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39C30-ADD8-2406-DB30-05980518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0D40A-54BF-C1AB-87C8-3510244BF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1369D-747E-44AB-D1C1-F886A151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85188-4C68-F2E4-76A9-3A4AF4F8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BCDBE-05B6-1FBD-CB5C-D3A0D337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34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AF846-2ED4-B579-CCE7-2EBFC26D1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63E29-69D1-503F-E77B-FC321A665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16169-4D20-4B12-EEB5-3558D5A0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D623D-F112-250F-3224-0A35C802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72940-11F3-C4F7-66DF-1D019419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55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C908D-7413-36B3-BCC8-A5B15537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DB645-5EEB-D2B0-EF65-B318FA0AA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F694-A66E-A789-B2CF-972875D98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8395F-95A9-4A42-882F-00F635C1D631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CE3F9-2BEA-2FD2-DF0D-694326124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6F2E9-A689-FB08-4558-549BCC3E1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D1C35-8852-4CA2-8423-9E444D7C2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77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8440-E6AE-9838-B5B2-2BEAC2577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612AB-79D7-701E-7083-91CE8975A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70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Wycliff Kaweesa</dc:creator>
  <cp:lastModifiedBy>Wycliff Kaweesa</cp:lastModifiedBy>
  <cp:revision>1</cp:revision>
  <dcterms:created xsi:type="dcterms:W3CDTF">2026-10-19T20:42:58Z</dcterms:created>
  <dcterms:modified xsi:type="dcterms:W3CDTF">2026-10-19T20:43:13Z</dcterms:modified>
</cp:coreProperties>
</file>